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Ultra-Bold" charset="1" panose="00000900000000000000"/>
      <p:regular r:id="rId19"/>
    </p:embeddedFont>
    <p:embeddedFont>
      <p:font typeface="TT Chocolates" charset="1" panose="020005030200000200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4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49.png" Type="http://schemas.openxmlformats.org/officeDocument/2006/relationships/image"/><Relationship Id="rId17" Target="../media/image50.sv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8.png" Type="http://schemas.openxmlformats.org/officeDocument/2006/relationships/image"/><Relationship Id="rId7" Target="../media/image5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07389" y="6074971"/>
            <a:ext cx="6933128" cy="193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Presentado por:</a:t>
            </a:r>
          </a:p>
          <a:p>
            <a:pPr algn="l" marL="539749" indent="-269875" lvl="1">
              <a:lnSpc>
                <a:spcPts val="38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Mariano Leal Garcia</a:t>
            </a:r>
          </a:p>
          <a:p>
            <a:pPr algn="l" marL="539749" indent="-269875" lvl="1">
              <a:lnSpc>
                <a:spcPts val="38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Steffi Ryser Troncoso</a:t>
            </a:r>
          </a:p>
          <a:p>
            <a:pPr algn="l">
              <a:lnSpc>
                <a:spcPts val="387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8100000">
            <a:off x="-5065956" y="-1570060"/>
            <a:ext cx="14817002" cy="11207042"/>
          </a:xfrm>
          <a:custGeom>
            <a:avLst/>
            <a:gdLst/>
            <a:ahLst/>
            <a:cxnLst/>
            <a:rect r="r" b="b" t="t" l="l"/>
            <a:pathLst>
              <a:path h="11207042" w="1481700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593267" y="777953"/>
            <a:ext cx="4412604" cy="8731095"/>
            <a:chOff x="0" y="0"/>
            <a:chExt cx="2620010" cy="5184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628" t="0" r="-112628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841888" y="3426474"/>
            <a:ext cx="1915362" cy="1915362"/>
          </a:xfrm>
          <a:custGeom>
            <a:avLst/>
            <a:gdLst/>
            <a:ahLst/>
            <a:cxnLst/>
            <a:rect r="r" b="b" t="t" l="l"/>
            <a:pathLst>
              <a:path h="1915362" w="1915362">
                <a:moveTo>
                  <a:pt x="0" y="0"/>
                </a:moveTo>
                <a:lnTo>
                  <a:pt x="1915362" y="0"/>
                </a:lnTo>
                <a:lnTo>
                  <a:pt x="1915362" y="1915362"/>
                </a:lnTo>
                <a:lnTo>
                  <a:pt x="0" y="191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97042" y="777953"/>
            <a:ext cx="2028370" cy="498641"/>
          </a:xfrm>
          <a:custGeom>
            <a:avLst/>
            <a:gdLst/>
            <a:ahLst/>
            <a:cxnLst/>
            <a:rect r="r" b="b" t="t" l="l"/>
            <a:pathLst>
              <a:path h="498641" w="2028370">
                <a:moveTo>
                  <a:pt x="0" y="0"/>
                </a:moveTo>
                <a:lnTo>
                  <a:pt x="2028371" y="0"/>
                </a:lnTo>
                <a:lnTo>
                  <a:pt x="2028371" y="498641"/>
                </a:lnTo>
                <a:lnTo>
                  <a:pt x="0" y="498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393952" y="9331729"/>
            <a:ext cx="4811235" cy="354637"/>
            <a:chOff x="0" y="0"/>
            <a:chExt cx="1267156" cy="934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7156" cy="93402"/>
            </a:xfrm>
            <a:custGeom>
              <a:avLst/>
              <a:gdLst/>
              <a:ahLst/>
              <a:cxnLst/>
              <a:rect r="r" b="b" t="t" l="l"/>
              <a:pathLst>
                <a:path h="93402" w="1267156">
                  <a:moveTo>
                    <a:pt x="633578" y="0"/>
                  </a:moveTo>
                  <a:cubicBezTo>
                    <a:pt x="283663" y="0"/>
                    <a:pt x="0" y="20909"/>
                    <a:pt x="0" y="46701"/>
                  </a:cubicBezTo>
                  <a:cubicBezTo>
                    <a:pt x="0" y="72493"/>
                    <a:pt x="283663" y="93402"/>
                    <a:pt x="633578" y="93402"/>
                  </a:cubicBezTo>
                  <a:cubicBezTo>
                    <a:pt x="983494" y="93402"/>
                    <a:pt x="1267156" y="72493"/>
                    <a:pt x="1267156" y="46701"/>
                  </a:cubicBezTo>
                  <a:cubicBezTo>
                    <a:pt x="1267156" y="20909"/>
                    <a:pt x="983494" y="0"/>
                    <a:pt x="633578" y="0"/>
                  </a:cubicBezTo>
                  <a:close/>
                </a:path>
              </a:pathLst>
            </a:custGeom>
            <a:solidFill>
              <a:srgbClr val="000000">
                <a:alpha val="22745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8796" y="-29344"/>
              <a:ext cx="1029565" cy="113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07389" y="3154106"/>
            <a:ext cx="9658242" cy="151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b="true" sz="9999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GLUCOGUARD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79988" y="5029200"/>
            <a:ext cx="2342437" cy="72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3"/>
              </a:lnSpc>
              <a:spcBef>
                <a:spcPct val="0"/>
              </a:spcBef>
            </a:pPr>
            <a:r>
              <a:rPr lang="en-US" b="true" sz="4023">
                <a:solidFill>
                  <a:srgbClr val="0A3D62"/>
                </a:solidFill>
                <a:latin typeface="Poppins Bold"/>
                <a:ea typeface="Poppins Bold"/>
                <a:cs typeface="Poppins Bold"/>
                <a:sym typeface="Poppins Bold"/>
              </a:rPr>
              <a:t>GLUCO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9988" y="5452610"/>
            <a:ext cx="2779297" cy="72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3"/>
              </a:lnSpc>
              <a:spcBef>
                <a:spcPct val="0"/>
              </a:spcBef>
            </a:pPr>
            <a:r>
              <a:rPr lang="en-US" b="true" sz="4023">
                <a:solidFill>
                  <a:srgbClr val="00A6A6"/>
                </a:solidFill>
                <a:latin typeface="Poppins Bold"/>
                <a:ea typeface="Poppins Bold"/>
                <a:cs typeface="Poppins Bold"/>
                <a:sym typeface="Poppins Bold"/>
              </a:rPr>
              <a:t>GUARD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07389" y="4595556"/>
            <a:ext cx="9029411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MONITOREO DE GLUCOSA SEGURO Y CONTINUO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-5312459" y="-1570060"/>
            <a:ext cx="14817002" cy="11207042"/>
          </a:xfrm>
          <a:custGeom>
            <a:avLst/>
            <a:gdLst/>
            <a:ahLst/>
            <a:cxnLst/>
            <a:rect r="r" b="b" t="t" l="l"/>
            <a:pathLst>
              <a:path h="11207042" w="1481700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118924" y="4854328"/>
            <a:ext cx="1847761" cy="184776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26530" y="2037131"/>
            <a:ext cx="9246301" cy="6381699"/>
          </a:xfrm>
          <a:custGeom>
            <a:avLst/>
            <a:gdLst/>
            <a:ahLst/>
            <a:cxnLst/>
            <a:rect r="r" b="b" t="t" l="l"/>
            <a:pathLst>
              <a:path h="6381699" w="9246301">
                <a:moveTo>
                  <a:pt x="0" y="0"/>
                </a:moveTo>
                <a:lnTo>
                  <a:pt x="9246301" y="0"/>
                </a:lnTo>
                <a:lnTo>
                  <a:pt x="9246301" y="6381698"/>
                </a:lnTo>
                <a:lnTo>
                  <a:pt x="0" y="6381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03" t="-4003" r="-996" b="-371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77851" y="2151431"/>
            <a:ext cx="63041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b="true" sz="6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77851" y="4835278"/>
            <a:ext cx="7542701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Los pacientes enfrentan problemas como: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Pérdida de datos al desconectarse los sensores.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Imposibilidad de registrar glucosa manual mientras el sensor está apagado.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alertas tempranas y seguimiento en tiempo real.</a:t>
            </a:r>
          </a:p>
          <a:p>
            <a:pPr algn="l">
              <a:lnSpc>
                <a:spcPts val="287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72831" y="3387478"/>
            <a:ext cx="795274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537 millones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adultos tienen diabetes en 2023 (OMS) y se proyecta</a:t>
            </a: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643 millones en 2030”</a:t>
            </a:r>
          </a:p>
          <a:p>
            <a:pPr algn="ctr">
              <a:lnSpc>
                <a:spcPts val="2879"/>
              </a:lnSpc>
            </a:pPr>
          </a:p>
          <a:p>
            <a:pPr algn="ctr">
              <a:lnSpc>
                <a:spcPts val="287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101121">
            <a:off x="-3714275" y="6419713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45771" y="3246703"/>
            <a:ext cx="7756927" cy="1044284"/>
            <a:chOff x="0" y="0"/>
            <a:chExt cx="3217197" cy="4331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17197" cy="433118"/>
            </a:xfrm>
            <a:custGeom>
              <a:avLst/>
              <a:gdLst/>
              <a:ahLst/>
              <a:cxnLst/>
              <a:rect r="r" b="b" t="t" l="l"/>
              <a:pathLst>
                <a:path h="433118" w="3217197">
                  <a:moveTo>
                    <a:pt x="0" y="0"/>
                  </a:moveTo>
                  <a:lnTo>
                    <a:pt x="3217197" y="0"/>
                  </a:lnTo>
                  <a:lnTo>
                    <a:pt x="3217197" y="433118"/>
                  </a:lnTo>
                  <a:lnTo>
                    <a:pt x="0" y="4331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045771" y="4715346"/>
            <a:ext cx="7756927" cy="1044284"/>
            <a:chOff x="0" y="0"/>
            <a:chExt cx="3217197" cy="433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7197" cy="433118"/>
            </a:xfrm>
            <a:custGeom>
              <a:avLst/>
              <a:gdLst/>
              <a:ahLst/>
              <a:cxnLst/>
              <a:rect r="r" b="b" t="t" l="l"/>
              <a:pathLst>
                <a:path h="433118" w="3217197">
                  <a:moveTo>
                    <a:pt x="0" y="0"/>
                  </a:moveTo>
                  <a:lnTo>
                    <a:pt x="3217197" y="0"/>
                  </a:lnTo>
                  <a:lnTo>
                    <a:pt x="3217197" y="433118"/>
                  </a:lnTo>
                  <a:lnTo>
                    <a:pt x="0" y="4331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045771" y="6218583"/>
            <a:ext cx="7756927" cy="1044284"/>
            <a:chOff x="0" y="0"/>
            <a:chExt cx="3217197" cy="4331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17197" cy="433118"/>
            </a:xfrm>
            <a:custGeom>
              <a:avLst/>
              <a:gdLst/>
              <a:ahLst/>
              <a:cxnLst/>
              <a:rect r="r" b="b" t="t" l="l"/>
              <a:pathLst>
                <a:path h="433118" w="3217197">
                  <a:moveTo>
                    <a:pt x="0" y="0"/>
                  </a:moveTo>
                  <a:lnTo>
                    <a:pt x="3217197" y="0"/>
                  </a:lnTo>
                  <a:lnTo>
                    <a:pt x="3217197" y="433118"/>
                  </a:lnTo>
                  <a:lnTo>
                    <a:pt x="0" y="4331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45771" y="7704523"/>
            <a:ext cx="7756927" cy="1044284"/>
            <a:chOff x="0" y="0"/>
            <a:chExt cx="3217197" cy="4331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17197" cy="433118"/>
            </a:xfrm>
            <a:custGeom>
              <a:avLst/>
              <a:gdLst/>
              <a:ahLst/>
              <a:cxnLst/>
              <a:rect r="r" b="b" t="t" l="l"/>
              <a:pathLst>
                <a:path h="433118" w="3217197">
                  <a:moveTo>
                    <a:pt x="0" y="0"/>
                  </a:moveTo>
                  <a:lnTo>
                    <a:pt x="3217197" y="0"/>
                  </a:lnTo>
                  <a:lnTo>
                    <a:pt x="3217197" y="433118"/>
                  </a:lnTo>
                  <a:lnTo>
                    <a:pt x="0" y="4331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true" rot="1946506">
            <a:off x="11269292" y="-4281589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4" y="8974023"/>
                </a:lnTo>
                <a:lnTo>
                  <a:pt x="11864694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303878" y="3168750"/>
            <a:ext cx="1200190" cy="120019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03878" y="4654690"/>
            <a:ext cx="1200190" cy="120019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276898" y="6140630"/>
            <a:ext cx="1200190" cy="120019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276898" y="7626570"/>
            <a:ext cx="1200190" cy="1200190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2363186" y="1350423"/>
            <a:ext cx="4320876" cy="8549595"/>
            <a:chOff x="0" y="0"/>
            <a:chExt cx="2620010" cy="5184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71" r="0" b="-571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7605604" y="4994932"/>
            <a:ext cx="596739" cy="519706"/>
          </a:xfrm>
          <a:custGeom>
            <a:avLst/>
            <a:gdLst/>
            <a:ahLst/>
            <a:cxnLst/>
            <a:rect r="r" b="b" t="t" l="l"/>
            <a:pathLst>
              <a:path h="519706" w="596739">
                <a:moveTo>
                  <a:pt x="0" y="0"/>
                </a:moveTo>
                <a:lnTo>
                  <a:pt x="596739" y="0"/>
                </a:lnTo>
                <a:lnTo>
                  <a:pt x="596739" y="519706"/>
                </a:lnTo>
                <a:lnTo>
                  <a:pt x="0" y="519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623669" y="7899795"/>
            <a:ext cx="506649" cy="653741"/>
          </a:xfrm>
          <a:custGeom>
            <a:avLst/>
            <a:gdLst/>
            <a:ahLst/>
            <a:cxnLst/>
            <a:rect r="r" b="b" t="t" l="l"/>
            <a:pathLst>
              <a:path h="653741" w="506649">
                <a:moveTo>
                  <a:pt x="0" y="0"/>
                </a:moveTo>
                <a:lnTo>
                  <a:pt x="506649" y="0"/>
                </a:lnTo>
                <a:lnTo>
                  <a:pt x="506649" y="653741"/>
                </a:lnTo>
                <a:lnTo>
                  <a:pt x="0" y="653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525946" y="6427468"/>
            <a:ext cx="676397" cy="626513"/>
          </a:xfrm>
          <a:custGeom>
            <a:avLst/>
            <a:gdLst/>
            <a:ahLst/>
            <a:cxnLst/>
            <a:rect r="r" b="b" t="t" l="l"/>
            <a:pathLst>
              <a:path h="626513" w="676397">
                <a:moveTo>
                  <a:pt x="0" y="0"/>
                </a:moveTo>
                <a:lnTo>
                  <a:pt x="676397" y="0"/>
                </a:lnTo>
                <a:lnTo>
                  <a:pt x="676397" y="626514"/>
                </a:lnTo>
                <a:lnTo>
                  <a:pt x="0" y="6265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530531" y="3383909"/>
            <a:ext cx="746886" cy="746886"/>
          </a:xfrm>
          <a:custGeom>
            <a:avLst/>
            <a:gdLst/>
            <a:ahLst/>
            <a:cxnLst/>
            <a:rect r="r" b="b" t="t" l="l"/>
            <a:pathLst>
              <a:path h="746886" w="746886">
                <a:moveTo>
                  <a:pt x="0" y="0"/>
                </a:moveTo>
                <a:lnTo>
                  <a:pt x="746885" y="0"/>
                </a:lnTo>
                <a:lnTo>
                  <a:pt x="746885" y="746886"/>
                </a:lnTo>
                <a:lnTo>
                  <a:pt x="0" y="7468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303878" y="615220"/>
            <a:ext cx="8136415" cy="168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9"/>
              </a:lnSpc>
            </a:pPr>
            <a:r>
              <a:rPr lang="en-US" b="true" sz="6999" spc="60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SOLUCIÓN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303878" y="2406750"/>
            <a:ext cx="706281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Aplicación móvil que permita: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00812" y="3387845"/>
            <a:ext cx="706281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Registro automático y manual incluso sin sensor conectado.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611912" y="5059955"/>
            <a:ext cx="706281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Alertas en tiempo real.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600812" y="6540700"/>
            <a:ext cx="706281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Dashboards históricos.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600812" y="7845665"/>
            <a:ext cx="706281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Privacidad total: datos cifrados y controlados por el usuario.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31407">
            <a:off x="-1473615" y="3905290"/>
            <a:ext cx="9865087" cy="8376356"/>
          </a:xfrm>
          <a:custGeom>
            <a:avLst/>
            <a:gdLst/>
            <a:ahLst/>
            <a:cxnLst/>
            <a:rect r="r" b="b" t="t" l="l"/>
            <a:pathLst>
              <a:path h="8376356" w="9865087">
                <a:moveTo>
                  <a:pt x="9865087" y="8376355"/>
                </a:moveTo>
                <a:lnTo>
                  <a:pt x="0" y="8376355"/>
                </a:lnTo>
                <a:lnTo>
                  <a:pt x="0" y="0"/>
                </a:lnTo>
                <a:lnTo>
                  <a:pt x="9865087" y="0"/>
                </a:lnTo>
                <a:lnTo>
                  <a:pt x="9865087" y="83763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7722" y="3195787"/>
            <a:ext cx="5095948" cy="5095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C5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596042" y="2923509"/>
            <a:ext cx="4047156" cy="5690201"/>
          </a:xfrm>
          <a:custGeom>
            <a:avLst/>
            <a:gdLst/>
            <a:ahLst/>
            <a:cxnLst/>
            <a:rect r="r" b="b" t="t" l="l"/>
            <a:pathLst>
              <a:path h="5690201" w="4047156">
                <a:moveTo>
                  <a:pt x="0" y="0"/>
                </a:moveTo>
                <a:lnTo>
                  <a:pt x="4047156" y="0"/>
                </a:lnTo>
                <a:lnTo>
                  <a:pt x="4047156" y="5690201"/>
                </a:lnTo>
                <a:lnTo>
                  <a:pt x="0" y="5690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28088" y="-2680637"/>
            <a:ext cx="9865087" cy="8376356"/>
          </a:xfrm>
          <a:custGeom>
            <a:avLst/>
            <a:gdLst/>
            <a:ahLst/>
            <a:cxnLst/>
            <a:rect r="r" b="b" t="t" l="l"/>
            <a:pathLst>
              <a:path h="8376356" w="9865087">
                <a:moveTo>
                  <a:pt x="0" y="0"/>
                </a:moveTo>
                <a:lnTo>
                  <a:pt x="9865087" y="0"/>
                </a:lnTo>
                <a:lnTo>
                  <a:pt x="9865087" y="8376355"/>
                </a:lnTo>
                <a:lnTo>
                  <a:pt x="0" y="8376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21809" y="3590429"/>
            <a:ext cx="1221024" cy="1221024"/>
          </a:xfrm>
          <a:custGeom>
            <a:avLst/>
            <a:gdLst/>
            <a:ahLst/>
            <a:cxnLst/>
            <a:rect r="r" b="b" t="t" l="l"/>
            <a:pathLst>
              <a:path h="1221024" w="1221024">
                <a:moveTo>
                  <a:pt x="0" y="0"/>
                </a:moveTo>
                <a:lnTo>
                  <a:pt x="1221024" y="0"/>
                </a:lnTo>
                <a:lnTo>
                  <a:pt x="1221024" y="1221024"/>
                </a:lnTo>
                <a:lnTo>
                  <a:pt x="0" y="1221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21809" y="5079650"/>
            <a:ext cx="1191060" cy="1357334"/>
          </a:xfrm>
          <a:custGeom>
            <a:avLst/>
            <a:gdLst/>
            <a:ahLst/>
            <a:cxnLst/>
            <a:rect r="r" b="b" t="t" l="l"/>
            <a:pathLst>
              <a:path h="1357334" w="1191060">
                <a:moveTo>
                  <a:pt x="0" y="0"/>
                </a:moveTo>
                <a:lnTo>
                  <a:pt x="1191060" y="0"/>
                </a:lnTo>
                <a:lnTo>
                  <a:pt x="1191060" y="1357334"/>
                </a:lnTo>
                <a:lnTo>
                  <a:pt x="0" y="13573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06356" y="6874385"/>
            <a:ext cx="851930" cy="926623"/>
          </a:xfrm>
          <a:custGeom>
            <a:avLst/>
            <a:gdLst/>
            <a:ahLst/>
            <a:cxnLst/>
            <a:rect r="r" b="b" t="t" l="l"/>
            <a:pathLst>
              <a:path h="926623" w="851930">
                <a:moveTo>
                  <a:pt x="0" y="0"/>
                </a:moveTo>
                <a:lnTo>
                  <a:pt x="851930" y="0"/>
                </a:lnTo>
                <a:lnTo>
                  <a:pt x="851930" y="926623"/>
                </a:lnTo>
                <a:lnTo>
                  <a:pt x="0" y="9266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1326" y="1711929"/>
            <a:ext cx="17505347" cy="243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9"/>
              </a:lnSpc>
            </a:pPr>
            <a:r>
              <a:rPr lang="en-US" b="true" sz="6999" spc="60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Y MERCADO</a:t>
            </a:r>
          </a:p>
          <a:p>
            <a:pPr algn="ctr">
              <a:lnSpc>
                <a:spcPts val="1420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495190" y="3779013"/>
            <a:ext cx="6988786" cy="8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POCAS APPS CONSIDERAN DIABETES TIPO 2 Y CONTINUIDAD DE DATOS SIN SENSOR.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5190" y="5549339"/>
            <a:ext cx="6988786" cy="8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MILLONES DE USUARIOS POTENCIALES DESATENDIDOS.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5190" y="6896016"/>
            <a:ext cx="6988786" cy="8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PACIENTES CON DIABETES TIPO 1 Y TIPO 2, QUE REQUIEREN MONITOREO CONFIABLE.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9624716">
            <a:off x="8900120" y="4246170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11864693" y="8974022"/>
                </a:moveTo>
                <a:lnTo>
                  <a:pt x="0" y="8974022"/>
                </a:lnTo>
                <a:lnTo>
                  <a:pt x="0" y="0"/>
                </a:lnTo>
                <a:lnTo>
                  <a:pt x="11864693" y="0"/>
                </a:lnTo>
                <a:lnTo>
                  <a:pt x="11864693" y="89740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98636">
            <a:off x="9896012" y="85802"/>
            <a:ext cx="8253196" cy="9837052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2456326" y="6132534"/>
            <a:ext cx="1847761" cy="184776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89329" y="6132534"/>
            <a:ext cx="1847761" cy="184776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22331" y="6132534"/>
            <a:ext cx="1847761" cy="18477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022911" y="6335543"/>
            <a:ext cx="1246602" cy="1333264"/>
          </a:xfrm>
          <a:custGeom>
            <a:avLst/>
            <a:gdLst/>
            <a:ahLst/>
            <a:cxnLst/>
            <a:rect r="r" b="b" t="t" l="l"/>
            <a:pathLst>
              <a:path h="1333264" w="1246602">
                <a:moveTo>
                  <a:pt x="0" y="0"/>
                </a:moveTo>
                <a:lnTo>
                  <a:pt x="1246602" y="0"/>
                </a:lnTo>
                <a:lnTo>
                  <a:pt x="1246602" y="1333264"/>
                </a:lnTo>
                <a:lnTo>
                  <a:pt x="0" y="13332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389908" y="6377116"/>
            <a:ext cx="1246602" cy="1224787"/>
          </a:xfrm>
          <a:custGeom>
            <a:avLst/>
            <a:gdLst/>
            <a:ahLst/>
            <a:cxnLst/>
            <a:rect r="r" b="b" t="t" l="l"/>
            <a:pathLst>
              <a:path h="1224787" w="1246602">
                <a:moveTo>
                  <a:pt x="0" y="0"/>
                </a:moveTo>
                <a:lnTo>
                  <a:pt x="1246602" y="0"/>
                </a:lnTo>
                <a:lnTo>
                  <a:pt x="1246602" y="1224787"/>
                </a:lnTo>
                <a:lnTo>
                  <a:pt x="0" y="122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038010" y="6377116"/>
            <a:ext cx="684393" cy="1358596"/>
          </a:xfrm>
          <a:custGeom>
            <a:avLst/>
            <a:gdLst/>
            <a:ahLst/>
            <a:cxnLst/>
            <a:rect r="r" b="b" t="t" l="l"/>
            <a:pathLst>
              <a:path h="1358596" w="684393">
                <a:moveTo>
                  <a:pt x="0" y="0"/>
                </a:moveTo>
                <a:lnTo>
                  <a:pt x="684393" y="0"/>
                </a:lnTo>
                <a:lnTo>
                  <a:pt x="684393" y="1358596"/>
                </a:lnTo>
                <a:lnTo>
                  <a:pt x="0" y="1358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96042" y="6672389"/>
            <a:ext cx="1561118" cy="659572"/>
          </a:xfrm>
          <a:custGeom>
            <a:avLst/>
            <a:gdLst/>
            <a:ahLst/>
            <a:cxnLst/>
            <a:rect r="r" b="b" t="t" l="l"/>
            <a:pathLst>
              <a:path h="659572" w="1561118">
                <a:moveTo>
                  <a:pt x="0" y="0"/>
                </a:moveTo>
                <a:lnTo>
                  <a:pt x="1561118" y="0"/>
                </a:lnTo>
                <a:lnTo>
                  <a:pt x="1561118" y="659572"/>
                </a:lnTo>
                <a:lnTo>
                  <a:pt x="0" y="65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56326" y="1375336"/>
            <a:ext cx="8136415" cy="168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9"/>
              </a:lnSpc>
            </a:pPr>
            <a:r>
              <a:rPr lang="en-US" b="true" sz="6999" spc="60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56326" y="3115300"/>
            <a:ext cx="7113766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UNA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APLICACIÓN MÓVIL INCLUSIVA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QUE PERMITA A PERSONAS CON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DIABETES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REGISTRAR Y MONITOREAR SUS NIVELES DE GLUCOSA,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 AL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VINCULANDO UN AMIGO DE APOYO QUE RECIBA NOTIFICACIONES E INDICACIONES PARA MEJORAR LA 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eguridad del pacie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61285" y="8037444"/>
            <a:ext cx="243784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MONITOREO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94288" y="8037444"/>
            <a:ext cx="243784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27290" y="8037444"/>
            <a:ext cx="243784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APOYO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52780">
            <a:off x="3306258" y="1161358"/>
            <a:ext cx="17462686" cy="13208140"/>
          </a:xfrm>
          <a:custGeom>
            <a:avLst/>
            <a:gdLst/>
            <a:ahLst/>
            <a:cxnLst/>
            <a:rect r="r" b="b" t="t" l="l"/>
            <a:pathLst>
              <a:path h="13208140" w="17462686">
                <a:moveTo>
                  <a:pt x="0" y="0"/>
                </a:moveTo>
                <a:lnTo>
                  <a:pt x="17462686" y="0"/>
                </a:lnTo>
                <a:lnTo>
                  <a:pt x="17462686" y="13208140"/>
                </a:lnTo>
                <a:lnTo>
                  <a:pt x="0" y="13208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56341" y="2320945"/>
            <a:ext cx="6187659" cy="1459877"/>
            <a:chOff x="0" y="0"/>
            <a:chExt cx="2566341" cy="605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6341" cy="605486"/>
            </a:xfrm>
            <a:custGeom>
              <a:avLst/>
              <a:gdLst/>
              <a:ahLst/>
              <a:cxnLst/>
              <a:rect r="r" b="b" t="t" l="l"/>
              <a:pathLst>
                <a:path h="605486" w="2566341">
                  <a:moveTo>
                    <a:pt x="0" y="0"/>
                  </a:moveTo>
                  <a:lnTo>
                    <a:pt x="2566341" y="0"/>
                  </a:lnTo>
                  <a:lnTo>
                    <a:pt x="2566341" y="605486"/>
                  </a:lnTo>
                  <a:lnTo>
                    <a:pt x="0" y="6054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356246" y="2537224"/>
            <a:ext cx="1200190" cy="120019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923589" y="2642452"/>
            <a:ext cx="4997568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REGISTRO AUTOMÁTICO Y MANUAL DE GLUCOSA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3891" y="2838996"/>
            <a:ext cx="1104900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2"/>
              </a:lnSpc>
            </a:pPr>
            <a:r>
              <a:rPr lang="en-US" sz="36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28650"/>
            <a:ext cx="16230600" cy="109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37"/>
              </a:lnSpc>
            </a:pPr>
            <a:r>
              <a:rPr lang="en-US" b="true" sz="4599" spc="3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ESPECÍFICOS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56341" y="4013177"/>
            <a:ext cx="6187659" cy="1459877"/>
            <a:chOff x="0" y="0"/>
            <a:chExt cx="2566341" cy="605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6341" cy="605486"/>
            </a:xfrm>
            <a:custGeom>
              <a:avLst/>
              <a:gdLst/>
              <a:ahLst/>
              <a:cxnLst/>
              <a:rect r="r" b="b" t="t" l="l"/>
              <a:pathLst>
                <a:path h="605486" w="2566341">
                  <a:moveTo>
                    <a:pt x="0" y="0"/>
                  </a:moveTo>
                  <a:lnTo>
                    <a:pt x="2566341" y="0"/>
                  </a:lnTo>
                  <a:lnTo>
                    <a:pt x="2566341" y="605486"/>
                  </a:lnTo>
                  <a:lnTo>
                    <a:pt x="0" y="6054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356246" y="4229456"/>
            <a:ext cx="1200190" cy="1200190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923589" y="4611619"/>
            <a:ext cx="4997568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ALERTAS TEMPRANAS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03891" y="4531228"/>
            <a:ext cx="1104900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2"/>
              </a:lnSpc>
            </a:pPr>
            <a:r>
              <a:rPr lang="en-US" sz="36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956341" y="5701655"/>
            <a:ext cx="6187659" cy="1459877"/>
            <a:chOff x="0" y="0"/>
            <a:chExt cx="2566341" cy="605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6341" cy="605486"/>
            </a:xfrm>
            <a:custGeom>
              <a:avLst/>
              <a:gdLst/>
              <a:ahLst/>
              <a:cxnLst/>
              <a:rect r="r" b="b" t="t" l="l"/>
              <a:pathLst>
                <a:path h="605486" w="2566341">
                  <a:moveTo>
                    <a:pt x="0" y="0"/>
                  </a:moveTo>
                  <a:lnTo>
                    <a:pt x="2566341" y="0"/>
                  </a:lnTo>
                  <a:lnTo>
                    <a:pt x="2566341" y="605486"/>
                  </a:lnTo>
                  <a:lnTo>
                    <a:pt x="0" y="6054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356246" y="5917933"/>
            <a:ext cx="1200190" cy="1200190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923589" y="6300096"/>
            <a:ext cx="4997568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PRIVACIDAD Y SEGURIDAD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03891" y="6219705"/>
            <a:ext cx="1104900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2"/>
              </a:lnSpc>
            </a:pPr>
            <a:r>
              <a:rPr lang="en-US" sz="36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956341" y="7365044"/>
            <a:ext cx="6187659" cy="1459877"/>
            <a:chOff x="0" y="0"/>
            <a:chExt cx="2566341" cy="605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6341" cy="605486"/>
            </a:xfrm>
            <a:custGeom>
              <a:avLst/>
              <a:gdLst/>
              <a:ahLst/>
              <a:cxnLst/>
              <a:rect r="r" b="b" t="t" l="l"/>
              <a:pathLst>
                <a:path h="605486" w="2566341">
                  <a:moveTo>
                    <a:pt x="0" y="0"/>
                  </a:moveTo>
                  <a:lnTo>
                    <a:pt x="2566341" y="0"/>
                  </a:lnTo>
                  <a:lnTo>
                    <a:pt x="2566341" y="605486"/>
                  </a:lnTo>
                  <a:lnTo>
                    <a:pt x="0" y="6054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356246" y="7581323"/>
            <a:ext cx="1200190" cy="1200190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3923589" y="7963486"/>
            <a:ext cx="4997568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EDUCATIVO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03891" y="7883095"/>
            <a:ext cx="1104900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2"/>
              </a:lnSpc>
            </a:pPr>
            <a:r>
              <a:rPr lang="en-US" sz="36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04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535552" y="2320945"/>
            <a:ext cx="7088802" cy="6503976"/>
          </a:xfrm>
          <a:custGeom>
            <a:avLst/>
            <a:gdLst/>
            <a:ahLst/>
            <a:cxnLst/>
            <a:rect r="r" b="b" t="t" l="l"/>
            <a:pathLst>
              <a:path h="6503976" w="7088802">
                <a:moveTo>
                  <a:pt x="0" y="0"/>
                </a:moveTo>
                <a:lnTo>
                  <a:pt x="7088802" y="0"/>
                </a:lnTo>
                <a:lnTo>
                  <a:pt x="7088802" y="6503976"/>
                </a:lnTo>
                <a:lnTo>
                  <a:pt x="0" y="6503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58214" y="3935973"/>
            <a:ext cx="796484" cy="796484"/>
            <a:chOff x="0" y="0"/>
            <a:chExt cx="1061979" cy="106197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61979" cy="1061979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A3D6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1944" lIns="51944" bIns="51944" rIns="51944"/>
              <a:lstStyle/>
              <a:p>
                <a:pPr algn="ctr">
                  <a:lnSpc>
                    <a:spcPts val="304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31650" y="181796"/>
              <a:ext cx="632489" cy="632489"/>
            </a:xfrm>
            <a:custGeom>
              <a:avLst/>
              <a:gdLst/>
              <a:ahLst/>
              <a:cxnLst/>
              <a:rect r="r" b="b" t="t" l="l"/>
              <a:pathLst>
                <a:path h="632489" w="632489">
                  <a:moveTo>
                    <a:pt x="0" y="0"/>
                  </a:moveTo>
                  <a:lnTo>
                    <a:pt x="632489" y="0"/>
                  </a:lnTo>
                  <a:lnTo>
                    <a:pt x="632489" y="632489"/>
                  </a:lnTo>
                  <a:lnTo>
                    <a:pt x="0" y="632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92352" y="471243"/>
            <a:ext cx="2607835" cy="827112"/>
          </a:xfrm>
          <a:custGeom>
            <a:avLst/>
            <a:gdLst/>
            <a:ahLst/>
            <a:cxnLst/>
            <a:rect r="r" b="b" t="t" l="l"/>
            <a:pathLst>
              <a:path h="827112" w="2607835">
                <a:moveTo>
                  <a:pt x="0" y="0"/>
                </a:moveTo>
                <a:lnTo>
                  <a:pt x="2607835" y="0"/>
                </a:lnTo>
                <a:lnTo>
                  <a:pt x="2607835" y="827111"/>
                </a:lnTo>
                <a:lnTo>
                  <a:pt x="0" y="827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9101121">
            <a:off x="-2871620" y="3423461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96269" y="2638703"/>
            <a:ext cx="5364201" cy="5445890"/>
            <a:chOff x="0" y="0"/>
            <a:chExt cx="7152268" cy="72611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52268" cy="7261186"/>
            </a:xfrm>
            <a:custGeom>
              <a:avLst/>
              <a:gdLst/>
              <a:ahLst/>
              <a:cxnLst/>
              <a:rect r="r" b="b" t="t" l="l"/>
              <a:pathLst>
                <a:path h="7261186" w="7152268">
                  <a:moveTo>
                    <a:pt x="0" y="0"/>
                  </a:moveTo>
                  <a:lnTo>
                    <a:pt x="7152268" y="0"/>
                  </a:lnTo>
                  <a:lnTo>
                    <a:pt x="7152268" y="7261186"/>
                  </a:lnTo>
                  <a:lnTo>
                    <a:pt x="0" y="7261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746127" y="150489"/>
              <a:ext cx="2179841" cy="1738423"/>
            </a:xfrm>
            <a:custGeom>
              <a:avLst/>
              <a:gdLst/>
              <a:ahLst/>
              <a:cxnLst/>
              <a:rect r="r" b="b" t="t" l="l"/>
              <a:pathLst>
                <a:path h="1738423" w="2179841">
                  <a:moveTo>
                    <a:pt x="0" y="0"/>
                  </a:moveTo>
                  <a:lnTo>
                    <a:pt x="2179841" y="0"/>
                  </a:lnTo>
                  <a:lnTo>
                    <a:pt x="2179841" y="1738424"/>
                  </a:lnTo>
                  <a:lnTo>
                    <a:pt x="0" y="1738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58214" y="5813542"/>
            <a:ext cx="796484" cy="79648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5640" lIns="25640" bIns="25640" rIns="2564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58214" y="7686351"/>
            <a:ext cx="796484" cy="79648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5640" lIns="25640" bIns="25640" rIns="2564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58214" y="4883708"/>
            <a:ext cx="796484" cy="79648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5640" lIns="25640" bIns="25640" rIns="2564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58214" y="6752326"/>
            <a:ext cx="796484" cy="79648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5640" lIns="25640" bIns="25640" rIns="2564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304625" y="5030119"/>
            <a:ext cx="503661" cy="503661"/>
          </a:xfrm>
          <a:custGeom>
            <a:avLst/>
            <a:gdLst/>
            <a:ahLst/>
            <a:cxnLst/>
            <a:rect r="r" b="b" t="t" l="l"/>
            <a:pathLst>
              <a:path h="503661" w="503661">
                <a:moveTo>
                  <a:pt x="0" y="0"/>
                </a:moveTo>
                <a:lnTo>
                  <a:pt x="503661" y="0"/>
                </a:lnTo>
                <a:lnTo>
                  <a:pt x="503661" y="503661"/>
                </a:lnTo>
                <a:lnTo>
                  <a:pt x="0" y="5036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304625" y="5994389"/>
            <a:ext cx="503661" cy="493588"/>
          </a:xfrm>
          <a:custGeom>
            <a:avLst/>
            <a:gdLst/>
            <a:ahLst/>
            <a:cxnLst/>
            <a:rect r="r" b="b" t="t" l="l"/>
            <a:pathLst>
              <a:path h="493588" w="503661">
                <a:moveTo>
                  <a:pt x="0" y="0"/>
                </a:moveTo>
                <a:lnTo>
                  <a:pt x="503661" y="0"/>
                </a:lnTo>
                <a:lnTo>
                  <a:pt x="503661" y="493588"/>
                </a:lnTo>
                <a:lnTo>
                  <a:pt x="0" y="4935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296945" y="6876726"/>
            <a:ext cx="511341" cy="534038"/>
          </a:xfrm>
          <a:custGeom>
            <a:avLst/>
            <a:gdLst/>
            <a:ahLst/>
            <a:cxnLst/>
            <a:rect r="r" b="b" t="t" l="l"/>
            <a:pathLst>
              <a:path h="534038" w="511341">
                <a:moveTo>
                  <a:pt x="0" y="0"/>
                </a:moveTo>
                <a:lnTo>
                  <a:pt x="511341" y="0"/>
                </a:lnTo>
                <a:lnTo>
                  <a:pt x="511341" y="534037"/>
                </a:lnTo>
                <a:lnTo>
                  <a:pt x="0" y="5340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304625" y="7910760"/>
            <a:ext cx="503661" cy="418039"/>
          </a:xfrm>
          <a:custGeom>
            <a:avLst/>
            <a:gdLst/>
            <a:ahLst/>
            <a:cxnLst/>
            <a:rect r="r" b="b" t="t" l="l"/>
            <a:pathLst>
              <a:path h="418039" w="503661">
                <a:moveTo>
                  <a:pt x="0" y="0"/>
                </a:moveTo>
                <a:lnTo>
                  <a:pt x="503661" y="0"/>
                </a:lnTo>
                <a:lnTo>
                  <a:pt x="503661" y="418039"/>
                </a:lnTo>
                <a:lnTo>
                  <a:pt x="0" y="4180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055481" y="863843"/>
            <a:ext cx="10232519" cy="168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9"/>
              </a:lnSpc>
            </a:pPr>
            <a:r>
              <a:rPr lang="en-US" b="true" sz="6999" spc="60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57394" y="4155336"/>
            <a:ext cx="13022926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Ciclos cortos de desarrollo con entregas funcionales.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158214" y="2678673"/>
            <a:ext cx="764716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ROYE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DESARROLLARÁ CON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EXTREME PROGRAMMING (XP)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UN MARCO DE GESTIÓN SCRUM, LO Q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ue permi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tirá: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57394" y="5094120"/>
            <a:ext cx="13022926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Retroalimentación constante.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57394" y="6032904"/>
            <a:ext cx="13022926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Integración continua entre frontend y backend.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57394" y="7910472"/>
            <a:ext cx="13022926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Backlog dinámico con historias priorizadas.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57394" y="6971688"/>
            <a:ext cx="13022926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permanentes para asegurar calidad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732994">
            <a:off x="-3016284" y="-5885735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4" y="8974023"/>
                </a:lnTo>
                <a:lnTo>
                  <a:pt x="11864694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686390">
            <a:off x="10632895" y="3482352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2193"/>
            <a:ext cx="16230600" cy="107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b="true" sz="4500" spc="3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CRONOGRAMA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57633" y="1350423"/>
            <a:ext cx="12572734" cy="8495370"/>
          </a:xfrm>
          <a:custGeom>
            <a:avLst/>
            <a:gdLst/>
            <a:ahLst/>
            <a:cxnLst/>
            <a:rect r="r" b="b" t="t" l="l"/>
            <a:pathLst>
              <a:path h="8495370" w="12572734">
                <a:moveTo>
                  <a:pt x="0" y="0"/>
                </a:moveTo>
                <a:lnTo>
                  <a:pt x="12572734" y="0"/>
                </a:lnTo>
                <a:lnTo>
                  <a:pt x="12572734" y="8495370"/>
                </a:lnTo>
                <a:lnTo>
                  <a:pt x="0" y="84953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2" t="-4088" r="-170" b="-333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81656">
            <a:off x="-6379801" y="-742215"/>
            <a:ext cx="14817002" cy="11207042"/>
          </a:xfrm>
          <a:custGeom>
            <a:avLst/>
            <a:gdLst/>
            <a:ahLst/>
            <a:cxnLst/>
            <a:rect r="r" b="b" t="t" l="l"/>
            <a:pathLst>
              <a:path h="11207042" w="14817002">
                <a:moveTo>
                  <a:pt x="0" y="0"/>
                </a:moveTo>
                <a:lnTo>
                  <a:pt x="14817002" y="0"/>
                </a:lnTo>
                <a:lnTo>
                  <a:pt x="14817002" y="11207042"/>
                </a:lnTo>
                <a:lnTo>
                  <a:pt x="0" y="11207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655822"/>
            <a:ext cx="16169822" cy="6224855"/>
          </a:xfrm>
          <a:custGeom>
            <a:avLst/>
            <a:gdLst/>
            <a:ahLst/>
            <a:cxnLst/>
            <a:rect r="r" b="b" t="t" l="l"/>
            <a:pathLst>
              <a:path h="6224855" w="16169822">
                <a:moveTo>
                  <a:pt x="0" y="0"/>
                </a:moveTo>
                <a:lnTo>
                  <a:pt x="16169822" y="0"/>
                </a:lnTo>
                <a:lnTo>
                  <a:pt x="16169822" y="6224855"/>
                </a:lnTo>
                <a:lnTo>
                  <a:pt x="0" y="6224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98" t="-29010" r="-1894" b="-231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2492" y="1520623"/>
            <a:ext cx="1518223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b="true" sz="6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DEL SISTEMA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7867">
            <a:off x="-718388" y="-7487106"/>
            <a:ext cx="20682096" cy="15643185"/>
          </a:xfrm>
          <a:custGeom>
            <a:avLst/>
            <a:gdLst/>
            <a:ahLst/>
            <a:cxnLst/>
            <a:rect r="r" b="b" t="t" l="l"/>
            <a:pathLst>
              <a:path h="15643185" w="20682096">
                <a:moveTo>
                  <a:pt x="0" y="0"/>
                </a:moveTo>
                <a:lnTo>
                  <a:pt x="20682096" y="0"/>
                </a:lnTo>
                <a:lnTo>
                  <a:pt x="20682096" y="15643186"/>
                </a:lnTo>
                <a:lnTo>
                  <a:pt x="0" y="1564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7466" y="3160757"/>
            <a:ext cx="4004039" cy="3033192"/>
            <a:chOff x="0" y="0"/>
            <a:chExt cx="1054562" cy="7988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4562" cy="798865"/>
            </a:xfrm>
            <a:custGeom>
              <a:avLst/>
              <a:gdLst/>
              <a:ahLst/>
              <a:cxnLst/>
              <a:rect r="r" b="b" t="t" l="l"/>
              <a:pathLst>
                <a:path h="798865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798865"/>
                  </a:lnTo>
                  <a:lnTo>
                    <a:pt x="0" y="7988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054562" cy="81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78465" y="3124314"/>
            <a:ext cx="4004039" cy="3069634"/>
            <a:chOff x="0" y="0"/>
            <a:chExt cx="1054562" cy="8084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4562" cy="808463"/>
            </a:xfrm>
            <a:custGeom>
              <a:avLst/>
              <a:gdLst/>
              <a:ahLst/>
              <a:cxnLst/>
              <a:rect r="r" b="b" t="t" l="l"/>
              <a:pathLst>
                <a:path h="808463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808463"/>
                  </a:lnTo>
                  <a:lnTo>
                    <a:pt x="0" y="8084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054562" cy="827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4827" y="3124314"/>
            <a:ext cx="4004039" cy="3069634"/>
            <a:chOff x="0" y="0"/>
            <a:chExt cx="1054562" cy="8084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4562" cy="808463"/>
            </a:xfrm>
            <a:custGeom>
              <a:avLst/>
              <a:gdLst/>
              <a:ahLst/>
              <a:cxnLst/>
              <a:rect r="r" b="b" t="t" l="l"/>
              <a:pathLst>
                <a:path h="808463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808463"/>
                  </a:lnTo>
                  <a:lnTo>
                    <a:pt x="0" y="8084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54562" cy="827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13167" y="3123306"/>
            <a:ext cx="4004039" cy="3034200"/>
            <a:chOff x="0" y="0"/>
            <a:chExt cx="1054562" cy="7991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4562" cy="799131"/>
            </a:xfrm>
            <a:custGeom>
              <a:avLst/>
              <a:gdLst/>
              <a:ahLst/>
              <a:cxnLst/>
              <a:rect r="r" b="b" t="t" l="l"/>
              <a:pathLst>
                <a:path h="799131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799131"/>
                  </a:lnTo>
                  <a:lnTo>
                    <a:pt x="0" y="7991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54562" cy="81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17982" y="4677353"/>
            <a:ext cx="2024390" cy="1330203"/>
          </a:xfrm>
          <a:custGeom>
            <a:avLst/>
            <a:gdLst/>
            <a:ahLst/>
            <a:cxnLst/>
            <a:rect r="r" b="b" t="t" l="l"/>
            <a:pathLst>
              <a:path h="1330203" w="2024390">
                <a:moveTo>
                  <a:pt x="0" y="0"/>
                </a:moveTo>
                <a:lnTo>
                  <a:pt x="2024390" y="0"/>
                </a:lnTo>
                <a:lnTo>
                  <a:pt x="2024390" y="1330202"/>
                </a:lnTo>
                <a:lnTo>
                  <a:pt x="0" y="1330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029373" y="4603511"/>
            <a:ext cx="1989330" cy="1217200"/>
          </a:xfrm>
          <a:custGeom>
            <a:avLst/>
            <a:gdLst/>
            <a:ahLst/>
            <a:cxnLst/>
            <a:rect r="r" b="b" t="t" l="l"/>
            <a:pathLst>
              <a:path h="1217200" w="1989330">
                <a:moveTo>
                  <a:pt x="0" y="0"/>
                </a:moveTo>
                <a:lnTo>
                  <a:pt x="1989331" y="0"/>
                </a:lnTo>
                <a:lnTo>
                  <a:pt x="1989331" y="1217201"/>
                </a:lnTo>
                <a:lnTo>
                  <a:pt x="0" y="1217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702179" y="4475367"/>
            <a:ext cx="3423096" cy="1268828"/>
          </a:xfrm>
          <a:custGeom>
            <a:avLst/>
            <a:gdLst/>
            <a:ahLst/>
            <a:cxnLst/>
            <a:rect r="r" b="b" t="t" l="l"/>
            <a:pathLst>
              <a:path h="1268828" w="3423096">
                <a:moveTo>
                  <a:pt x="0" y="0"/>
                </a:moveTo>
                <a:lnTo>
                  <a:pt x="3423097" y="0"/>
                </a:lnTo>
                <a:lnTo>
                  <a:pt x="3423097" y="1268827"/>
                </a:lnTo>
                <a:lnTo>
                  <a:pt x="0" y="1268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04402" y="4825180"/>
            <a:ext cx="2951510" cy="1701277"/>
          </a:xfrm>
          <a:custGeom>
            <a:avLst/>
            <a:gdLst/>
            <a:ahLst/>
            <a:cxnLst/>
            <a:rect r="r" b="b" t="t" l="l"/>
            <a:pathLst>
              <a:path h="1701277" w="2951510">
                <a:moveTo>
                  <a:pt x="0" y="0"/>
                </a:moveTo>
                <a:lnTo>
                  <a:pt x="2951510" y="0"/>
                </a:lnTo>
                <a:lnTo>
                  <a:pt x="2951510" y="1701277"/>
                </a:lnTo>
                <a:lnTo>
                  <a:pt x="0" y="17012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261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70023" y="4158452"/>
            <a:ext cx="2429456" cy="1257433"/>
          </a:xfrm>
          <a:custGeom>
            <a:avLst/>
            <a:gdLst/>
            <a:ahLst/>
            <a:cxnLst/>
            <a:rect r="r" b="b" t="t" l="l"/>
            <a:pathLst>
              <a:path h="1257433" w="2429456">
                <a:moveTo>
                  <a:pt x="0" y="0"/>
                </a:moveTo>
                <a:lnTo>
                  <a:pt x="2429456" y="0"/>
                </a:lnTo>
                <a:lnTo>
                  <a:pt x="2429456" y="1257433"/>
                </a:lnTo>
                <a:lnTo>
                  <a:pt x="0" y="12574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838204"/>
            <a:ext cx="16230600" cy="168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9"/>
              </a:lnSpc>
            </a:pPr>
            <a:r>
              <a:rPr lang="en-US" b="true" sz="6999" spc="6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STACK TECNOLÓGICO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897122" y="6701454"/>
            <a:ext cx="4004039" cy="3033192"/>
            <a:chOff x="0" y="0"/>
            <a:chExt cx="1054562" cy="7988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4562" cy="798865"/>
            </a:xfrm>
            <a:custGeom>
              <a:avLst/>
              <a:gdLst/>
              <a:ahLst/>
              <a:cxnLst/>
              <a:rect r="r" b="b" t="t" l="l"/>
              <a:pathLst>
                <a:path h="798865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798865"/>
                  </a:lnTo>
                  <a:lnTo>
                    <a:pt x="0" y="7988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54562" cy="81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98121" y="6701454"/>
            <a:ext cx="4004039" cy="3033192"/>
            <a:chOff x="0" y="0"/>
            <a:chExt cx="1054562" cy="798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4562" cy="798865"/>
            </a:xfrm>
            <a:custGeom>
              <a:avLst/>
              <a:gdLst/>
              <a:ahLst/>
              <a:cxnLst/>
              <a:rect r="r" b="b" t="t" l="l"/>
              <a:pathLst>
                <a:path h="798865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798865"/>
                  </a:lnTo>
                  <a:lnTo>
                    <a:pt x="0" y="7988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54562" cy="81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63847" y="6701454"/>
            <a:ext cx="4004039" cy="3033192"/>
            <a:chOff x="0" y="0"/>
            <a:chExt cx="1054562" cy="7988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4562" cy="798865"/>
            </a:xfrm>
            <a:custGeom>
              <a:avLst/>
              <a:gdLst/>
              <a:ahLst/>
              <a:cxnLst/>
              <a:rect r="r" b="b" t="t" l="l"/>
              <a:pathLst>
                <a:path h="798865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798865"/>
                  </a:lnTo>
                  <a:lnTo>
                    <a:pt x="0" y="7988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054562" cy="81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753253" y="7857889"/>
            <a:ext cx="2203201" cy="1636958"/>
          </a:xfrm>
          <a:custGeom>
            <a:avLst/>
            <a:gdLst/>
            <a:ahLst/>
            <a:cxnLst/>
            <a:rect r="r" b="b" t="t" l="l"/>
            <a:pathLst>
              <a:path h="1636958" w="2203201">
                <a:moveTo>
                  <a:pt x="0" y="0"/>
                </a:moveTo>
                <a:lnTo>
                  <a:pt x="2203201" y="0"/>
                </a:lnTo>
                <a:lnTo>
                  <a:pt x="2203201" y="1636958"/>
                </a:lnTo>
                <a:lnTo>
                  <a:pt x="0" y="1636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235091" y="8094109"/>
            <a:ext cx="1755551" cy="1434477"/>
          </a:xfrm>
          <a:custGeom>
            <a:avLst/>
            <a:gdLst/>
            <a:ahLst/>
            <a:cxnLst/>
            <a:rect r="r" b="b" t="t" l="l"/>
            <a:pathLst>
              <a:path h="1434477" w="1755551">
                <a:moveTo>
                  <a:pt x="0" y="0"/>
                </a:moveTo>
                <a:lnTo>
                  <a:pt x="1755551" y="0"/>
                </a:lnTo>
                <a:lnTo>
                  <a:pt x="1755551" y="1434477"/>
                </a:lnTo>
                <a:lnTo>
                  <a:pt x="0" y="14344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304462" y="8305949"/>
            <a:ext cx="1008980" cy="1010797"/>
          </a:xfrm>
          <a:custGeom>
            <a:avLst/>
            <a:gdLst/>
            <a:ahLst/>
            <a:cxnLst/>
            <a:rect r="r" b="b" t="t" l="l"/>
            <a:pathLst>
              <a:path h="1010797" w="1008980">
                <a:moveTo>
                  <a:pt x="0" y="0"/>
                </a:moveTo>
                <a:lnTo>
                  <a:pt x="1008980" y="0"/>
                </a:lnTo>
                <a:lnTo>
                  <a:pt x="1008980" y="1010796"/>
                </a:lnTo>
                <a:lnTo>
                  <a:pt x="0" y="1010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155459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539188" y="8403687"/>
            <a:ext cx="873004" cy="777384"/>
          </a:xfrm>
          <a:custGeom>
            <a:avLst/>
            <a:gdLst/>
            <a:ahLst/>
            <a:cxnLst/>
            <a:rect r="r" b="b" t="t" l="l"/>
            <a:pathLst>
              <a:path h="777384" w="873004">
                <a:moveTo>
                  <a:pt x="0" y="0"/>
                </a:moveTo>
                <a:lnTo>
                  <a:pt x="873004" y="0"/>
                </a:lnTo>
                <a:lnTo>
                  <a:pt x="873004" y="777384"/>
                </a:lnTo>
                <a:lnTo>
                  <a:pt x="0" y="77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4426" r="0" b="-4426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328891" y="2995284"/>
            <a:ext cx="3378255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0358" y="3618056"/>
            <a:ext cx="3378255" cy="178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Native (iOS y Android)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5290788" y="3503754"/>
            <a:ext cx="4004039" cy="178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Node.js con Express.js 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9693832" y="3503754"/>
            <a:ext cx="3378255" cy="88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Firebase 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MySQL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47020" y="3736109"/>
            <a:ext cx="3378255" cy="43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407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 (GitHub)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689350" y="2958842"/>
            <a:ext cx="3206914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93832" y="2958842"/>
            <a:ext cx="3253644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47020" y="2957834"/>
            <a:ext cx="3697008" cy="65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 VERSIONES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348547" y="6535982"/>
            <a:ext cx="3378255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SEGURIDAD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10014" y="7158753"/>
            <a:ext cx="3378255" cy="44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JWT, HTTPS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49546" y="6535982"/>
            <a:ext cx="3378255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INTEGRACIONES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36931" y="7158753"/>
            <a:ext cx="3691147" cy="88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Sensores de glucosa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Notificaciones push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15272" y="6535982"/>
            <a:ext cx="3378255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DOCUMENTACIÓN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776739" y="7158753"/>
            <a:ext cx="3378255" cy="133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Jira 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Confluence</a:t>
            </a: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6731" y="5038725"/>
            <a:ext cx="11094538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 MARIANO LEAL Y STEFFI RYSER </a:t>
            </a:r>
          </a:p>
          <a:p>
            <a:pPr algn="ctr">
              <a:lnSpc>
                <a:spcPts val="37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DAGyiw5Fbrw</dc:identifier>
  <dcterms:modified xsi:type="dcterms:W3CDTF">2011-08-01T06:04:30Z</dcterms:modified>
  <cp:revision>1</cp:revision>
  <dc:title>PRESENTACIÓN GLUCO GUARD</dc:title>
</cp:coreProperties>
</file>